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97" d="100"/>
          <a:sy n="97" d="100"/>
        </p:scale>
        <p:origin x="1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53045-8E0F-4AC0-C95A-D7D599903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E67645-5B82-8029-ECF7-CF3A14DF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C87A60-4F50-9A9E-C45E-BEB0F700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0E264A-5483-2E37-01E4-5109F4A3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B07ACE-3B22-BBC1-FDE3-96995A0C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086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782415-8B2E-9583-87EA-5A3DC124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CA4902-0AD0-335F-647E-DF974EE6A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B49808-E0D9-3155-C45D-1C07AF13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632663-A5BB-F46D-4686-C151F046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9C6716-9FE6-0FA3-4924-481CF191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24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7E528B-DF5A-CD59-0D5C-8D51B0D3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050A5-CA01-C53E-97F9-78D30C7E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4E80B8-ABFE-855A-DA4E-1029191E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FEE10A-6DF7-AD92-93A2-E4FD6FCD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858A9A-17EF-4A87-9420-15B1D36B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964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D3D4C-F780-8A01-ED20-F7B596B7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D44E2B-B8A7-A5EE-7F5A-59A768A36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50FE50-2263-829C-7E44-E8B27C88A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350893-5BCE-878E-9EE9-809216B1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74720D-ACB5-CF31-7A5F-D603E700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9E144D-6C94-1AFB-4DB1-BA6EE624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337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8E449-DDE3-0085-8629-F8D6C92D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D15A92-AD78-C6A0-F9E7-DC57626C6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97E6A3-019E-BA41-39CE-6B0580803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5E7E8A-078A-F6D6-129D-8685F2771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DD343A9-4F08-5998-D4D2-12FB97890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7B9068-1458-4A81-6A73-40D47DCB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086E4D-405C-7970-FF24-EBE7A2FF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4CB4FC-36B9-FC2A-74B5-0FF75AC9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2875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DE7CE-5507-000B-C642-34B28227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B236E9-14F7-FAAF-7C55-B13B8E52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2E27A7-2B75-CE66-7DE0-12C69D34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C45554-AD5B-1BE9-C725-AD68AAE7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8118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4F699E-B1B5-55AE-4DD8-43ED3CF2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117A4E-A08C-EC3D-46A1-B32DAA44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E05644-A0AA-D47D-81EE-18C30330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9024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7765C-61D5-25EE-9EB7-2CF1D00C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D44570-5B82-577D-3D99-74E7AFC00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8E501C-A22A-3B1B-9490-5B88A5F6E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C239C2-6C08-06FC-F346-4F8E84B0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930666-CE50-9252-4D4B-8FC79ACC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73E581-411B-9E1E-EDA2-642357BD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3685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899909-5043-FA20-3663-05AC5B72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CE509B-EEFE-6ED0-2161-A29056BE9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037DE9-09C5-676B-7F1F-0F69C927E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02F635-FCC1-FF5F-F967-40948B71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8FE025-4021-D13E-985E-3121E4DE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E30B0E-BF09-DB8C-2EBD-F37E84D6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346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2692D-F037-F874-C08E-323962D6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EDC41B-97FA-8A5E-F10F-CB25BB156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21A3A-288C-6566-5AE6-ECF741F4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7C3C50-B03A-4630-FC03-5F1E5301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B19832-3E95-C787-B0A9-CEA6A8A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6533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18947A-9950-04FE-14CD-D6AF97E44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0B5D18-66C7-21EF-759C-6471AF6E5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713228-B1AA-6DEB-6E95-8AE79B68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2A213-2B0A-3048-1F97-847F9B16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F281CB-2D46-1901-19E3-B5B1C4CA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968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CCC235E-60A1-7508-4397-F80E3B1C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EFFCC8-F94F-E723-2A37-0B67102B1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B35CEB-F020-7768-91E7-BCAD958B9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2095A-2435-495E-BE9C-CA4EE5F7E60A}" type="datetimeFigureOut">
              <a:rPr lang="fr-CH" smtClean="0"/>
              <a:t>22.03.2023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AF06B4-9E15-D938-5766-26CF1CE31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9F441A-A5A6-A0B6-8BEC-15714E979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501E4-3EA5-4A12-9FDC-6AA9E961617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272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FD40913-CE5D-C155-8C25-811C7AA05E52}"/>
              </a:ext>
            </a:extLst>
          </p:cNvPr>
          <p:cNvSpPr txBox="1"/>
          <p:nvPr/>
        </p:nvSpPr>
        <p:spPr>
          <a:xfrm>
            <a:off x="3996749" y="1489514"/>
            <a:ext cx="1569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Forme de base</a:t>
            </a:r>
            <a:endParaRPr lang="fr-CH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6AA570-AC5B-B348-7824-AB8C5DB9BC6A}"/>
              </a:ext>
            </a:extLst>
          </p:cNvPr>
          <p:cNvSpPr txBox="1"/>
          <p:nvPr/>
        </p:nvSpPr>
        <p:spPr>
          <a:xfrm>
            <a:off x="6955826" y="1079610"/>
            <a:ext cx="141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Arbre binaire</a:t>
            </a:r>
            <a:endParaRPr lang="fr-CH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9A17E5-3C35-6ECD-60A5-022EC127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88" y="1550103"/>
            <a:ext cx="2152837" cy="24729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36B5290-23D8-0451-1C92-855BFDDEE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425" y="1915117"/>
            <a:ext cx="1318374" cy="19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5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867736-30F6-EFF1-11C2-E617BF11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80" y="937010"/>
            <a:ext cx="3673158" cy="120025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0BC46EE-7968-0447-A426-F66F05BB0711}"/>
              </a:ext>
            </a:extLst>
          </p:cNvPr>
          <p:cNvSpPr txBox="1"/>
          <p:nvPr/>
        </p:nvSpPr>
        <p:spPr>
          <a:xfrm>
            <a:off x="6442738" y="1293351"/>
            <a:ext cx="194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latin typeface="Consolas" panose="020B0609020204030204" pitchFamily="49" charset="0"/>
              </a:rPr>
              <a:t>koch(1, 300)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40B47CC-46B1-1610-20EA-CDAB2573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380" y="2209826"/>
            <a:ext cx="3637017" cy="91958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153D621-A1C0-9F21-6492-679179A18A67}"/>
              </a:ext>
            </a:extLst>
          </p:cNvPr>
          <p:cNvSpPr txBox="1"/>
          <p:nvPr/>
        </p:nvSpPr>
        <p:spPr>
          <a:xfrm>
            <a:off x="6442738" y="2669619"/>
            <a:ext cx="194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latin typeface="Consolas" panose="020B0609020204030204" pitchFamily="49" charset="0"/>
              </a:rPr>
              <a:t>koch(2, 300)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6686B6F-C63F-EF10-F9DE-51B3109B0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473" y="3226040"/>
            <a:ext cx="3432446" cy="90749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868BDC1-9FF6-01FD-AD5A-24A12E7AB381}"/>
              </a:ext>
            </a:extLst>
          </p:cNvPr>
          <p:cNvSpPr txBox="1"/>
          <p:nvPr/>
        </p:nvSpPr>
        <p:spPr>
          <a:xfrm>
            <a:off x="6442738" y="3775668"/>
            <a:ext cx="194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latin typeface="Consolas" panose="020B0609020204030204" pitchFamily="49" charset="0"/>
              </a:rPr>
              <a:t>koch(3, 300)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D56D4AE-D61A-AEE6-2EF5-F3317C596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473" y="4267913"/>
            <a:ext cx="3352354" cy="966237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EC9DAB14-E8DE-62CD-66B7-477D75B2064F}"/>
              </a:ext>
            </a:extLst>
          </p:cNvPr>
          <p:cNvSpPr txBox="1"/>
          <p:nvPr/>
        </p:nvSpPr>
        <p:spPr>
          <a:xfrm>
            <a:off x="6442738" y="4768905"/>
            <a:ext cx="194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latin typeface="Consolas" panose="020B0609020204030204" pitchFamily="49" charset="0"/>
              </a:rPr>
              <a:t>koch(4, 300)</a:t>
            </a:r>
          </a:p>
        </p:txBody>
      </p:sp>
    </p:spTree>
    <p:extLst>
      <p:ext uri="{BB962C8B-B14F-4D97-AF65-F5344CB8AC3E}">
        <p14:creationId xmlns:p14="http://schemas.microsoft.com/office/powerpoint/2010/main" val="15195875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Grand écran</PresentationFormat>
  <Paragraphs>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Donner Cédric</dc:creator>
  <cp:lastModifiedBy>Donner Cédric</cp:lastModifiedBy>
  <cp:revision>3</cp:revision>
  <dcterms:created xsi:type="dcterms:W3CDTF">2023-03-22T11:05:37Z</dcterms:created>
  <dcterms:modified xsi:type="dcterms:W3CDTF">2023-03-22T16:02:33Z</dcterms:modified>
</cp:coreProperties>
</file>