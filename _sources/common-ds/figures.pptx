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>
        <p:scale>
          <a:sx n="66" d="100"/>
          <a:sy n="66" d="100"/>
        </p:scale>
        <p:origin x="1286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05944E-A20D-A2A3-2773-D457D370E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72DA3D-F913-069F-B5F3-0C8D1D37E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1143B8-7E1C-2884-BEB4-68F670F17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65C9-1D8F-4A9C-95A3-801B7F9D50C9}" type="datetimeFigureOut">
              <a:rPr lang="fr-CH" smtClean="0"/>
              <a:t>18.11.2022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83858A-31BA-8AAD-B078-1F666A669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9D2594-7F09-B4CF-098D-862E6C49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9BEA1-2F5C-4439-8669-BADEC31018A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44328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4B320B-9EAD-A313-ABBB-5EB020C28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324B03-546A-B005-5BE1-DD63FCD94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F3160D-AF22-553F-F0DD-7C6F752CB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65C9-1D8F-4A9C-95A3-801B7F9D50C9}" type="datetimeFigureOut">
              <a:rPr lang="fr-CH" smtClean="0"/>
              <a:t>18.11.2022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7CD884-AF0C-2AFB-CB64-A6D3A6777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148B1B-4752-8067-DF90-F49D2AE79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9BEA1-2F5C-4439-8669-BADEC31018A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36764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DE977F-90B7-5E95-04D4-649383D5E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74A142-4008-03EB-7F9E-E9F00F4DD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49E870-ECCE-86DF-40FE-7D2AEA6A0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65C9-1D8F-4A9C-95A3-801B7F9D50C9}" type="datetimeFigureOut">
              <a:rPr lang="fr-CH" smtClean="0"/>
              <a:t>18.11.2022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FB3819-C147-C596-2881-187D8BC2B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357337-8584-CD9B-37F4-225B99F6B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9BEA1-2F5C-4439-8669-BADEC31018A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78068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56B282-F06C-BBB3-F98A-9B4531DA4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84FA80-0CEB-433F-0088-2A34D4AE1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8808C9-55E5-4023-9572-3528E7264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56C14B7-B46C-B4C3-2878-9A9D4CB1B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65C9-1D8F-4A9C-95A3-801B7F9D50C9}" type="datetimeFigureOut">
              <a:rPr lang="fr-CH" smtClean="0"/>
              <a:t>18.11.2022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8185AEF-EE29-C8FF-D5D2-4E129857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76B2BF5-E2A8-381F-B81B-5CFEFB14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9BEA1-2F5C-4439-8669-BADEC31018A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17375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6E36D4-B692-E518-F63C-C50155CC4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4C0211-729D-9960-6B9B-D7EA09391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42CDC5-8F7D-A05E-1450-C6EA8F805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130EF2E-3518-3CFD-6D79-10912B0DEB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9CE2684-48E7-002A-48EB-A7B5CEFF9D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4CFAEE5-6CB7-78F9-3447-C8E2AAF8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65C9-1D8F-4A9C-95A3-801B7F9D50C9}" type="datetimeFigureOut">
              <a:rPr lang="fr-CH" smtClean="0"/>
              <a:t>18.11.2022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E58C3A6-5E72-F294-785F-3962C51A6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BF7A848-A5F9-B536-2D6F-9939D717D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9BEA1-2F5C-4439-8669-BADEC31018A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71466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8243BF-CA2F-C029-F450-D587CB9F0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B025A56-0BF7-F47A-BBB0-3A2CFBA12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65C9-1D8F-4A9C-95A3-801B7F9D50C9}" type="datetimeFigureOut">
              <a:rPr lang="fr-CH" smtClean="0"/>
              <a:t>18.11.2022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D49C623-8594-1B2F-274F-B20CD43DF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39ECA3-A20A-79D1-955C-B943E8F0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9BEA1-2F5C-4439-8669-BADEC31018A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17870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E564870-2E64-C19B-DB9F-AC83B054B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65C9-1D8F-4A9C-95A3-801B7F9D50C9}" type="datetimeFigureOut">
              <a:rPr lang="fr-CH" smtClean="0"/>
              <a:t>18.11.2022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38EE4BA-41BE-BEE4-86B3-BD416BFA0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3F4D81-94B9-7E62-BBF1-D241B95AC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9BEA1-2F5C-4439-8669-BADEC31018A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85359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8C2A3C-2792-4971-DC39-69EC07F90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C1D760-6306-2F99-E7B5-2606606CF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8E9E8E9-074E-DAC9-DB21-1600715B0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57DE47-7FAB-F0E1-F03F-2ADEEFD1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65C9-1D8F-4A9C-95A3-801B7F9D50C9}" type="datetimeFigureOut">
              <a:rPr lang="fr-CH" smtClean="0"/>
              <a:t>18.11.2022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4DE5F7B-BEE7-6876-844F-7178E21DB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063F74-B027-21C7-C0C8-458245EF9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9BEA1-2F5C-4439-8669-BADEC31018A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51222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140C52-5D57-1805-A42C-17C0A077B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D328F9F-B1CA-B3AA-DF06-8DEF07C9A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D5F48A8-45B3-24BD-19A9-BFCDC42E8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9F54684-3333-1EAA-DAF8-1263991B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65C9-1D8F-4A9C-95A3-801B7F9D50C9}" type="datetimeFigureOut">
              <a:rPr lang="fr-CH" smtClean="0"/>
              <a:t>18.11.2022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B57F1F-2CFD-1E47-86A8-CC3587AD5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B7E1B9-806A-D2A0-25B9-04FEC06B3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9BEA1-2F5C-4439-8669-BADEC31018A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80282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27A24E-90C5-6341-134F-F46ABC36F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741ED2-1F56-134B-A14F-7A4E71192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115296-3F0F-3698-A4C2-BAF0D5046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65C9-1D8F-4A9C-95A3-801B7F9D50C9}" type="datetimeFigureOut">
              <a:rPr lang="fr-CH" smtClean="0"/>
              <a:t>18.11.2022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5B4EC1-0F2C-E01A-FF54-D3B0A873C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06C6B2-0930-4556-BEAA-FC8E38A64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9BEA1-2F5C-4439-8669-BADEC31018A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6239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68BB9D2-E79F-02D4-DA0D-4B149AFC8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D449707-CB77-796E-FD83-4EC25C40F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5C7F5A-65F3-8304-1E92-BAEEA1D8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65C9-1D8F-4A9C-95A3-801B7F9D50C9}" type="datetimeFigureOut">
              <a:rPr lang="fr-CH" smtClean="0"/>
              <a:t>18.11.2022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B29761-5FAF-D1D4-E647-DA142E63A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2648A1-6A90-DF1E-7EBA-90890A84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9BEA1-2F5C-4439-8669-BADEC31018A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55318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7B3FAE2-1D48-FAA6-A577-F1D690D17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512D789-BE88-750E-E0B1-BE0A86751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A8864D-CA0C-886E-23F8-A187A5B709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865C9-1D8F-4A9C-95A3-801B7F9D50C9}" type="datetimeFigureOut">
              <a:rPr lang="fr-CH" smtClean="0"/>
              <a:t>18.11.2022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563816-12F0-964E-8919-224EA74B2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EF0EDC-6AB7-0725-7228-EDAC230059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9BEA1-2F5C-4439-8669-BADEC31018A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99707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88C847-C524-8987-A777-0E4CAEC9300F}"/>
              </a:ext>
            </a:extLst>
          </p:cNvPr>
          <p:cNvSpPr/>
          <p:nvPr/>
        </p:nvSpPr>
        <p:spPr>
          <a:xfrm>
            <a:off x="1508235" y="785159"/>
            <a:ext cx="1719755" cy="3021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previous</a:t>
            </a:r>
            <a:endParaRPr lang="fr-C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80C398-A62B-3B03-7854-9D5ECEC39810}"/>
              </a:ext>
            </a:extLst>
          </p:cNvPr>
          <p:cNvSpPr/>
          <p:nvPr/>
        </p:nvSpPr>
        <p:spPr>
          <a:xfrm>
            <a:off x="7761889" y="785158"/>
            <a:ext cx="1719755" cy="3021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next</a:t>
            </a:r>
            <a:endParaRPr lang="fr-C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F65B6C-119B-C28B-1036-B6CFC9FCACB3}"/>
              </a:ext>
            </a:extLst>
          </p:cNvPr>
          <p:cNvSpPr/>
          <p:nvPr/>
        </p:nvSpPr>
        <p:spPr>
          <a:xfrm>
            <a:off x="4134505" y="705673"/>
            <a:ext cx="2632841" cy="461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https://www.google.com</a:t>
            </a:r>
            <a:endParaRPr lang="fr-CH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C473CF3-0CA0-8C04-75A4-350A79E79F02}"/>
              </a:ext>
            </a:extLst>
          </p:cNvPr>
          <p:cNvSpPr txBox="1"/>
          <p:nvPr/>
        </p:nvSpPr>
        <p:spPr>
          <a:xfrm>
            <a:off x="4728932" y="1434174"/>
            <a:ext cx="1443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current_page</a:t>
            </a:r>
            <a:endParaRPr lang="fr-CH" dirty="0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ED587F4F-76A0-ECBD-F5F0-30BDD82BC3B4}"/>
              </a:ext>
            </a:extLst>
          </p:cNvPr>
          <p:cNvCxnSpPr>
            <a:stCxn id="7" idx="0"/>
            <a:endCxn id="6" idx="2"/>
          </p:cNvCxnSpPr>
          <p:nvPr/>
        </p:nvCxnSpPr>
        <p:spPr>
          <a:xfrm flipV="1">
            <a:off x="5450925" y="1166815"/>
            <a:ext cx="1" cy="267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77374FF-7BD2-E670-FB21-886E2820964B}"/>
              </a:ext>
            </a:extLst>
          </p:cNvPr>
          <p:cNvSpPr/>
          <p:nvPr/>
        </p:nvSpPr>
        <p:spPr>
          <a:xfrm>
            <a:off x="1449115" y="3088082"/>
            <a:ext cx="1719755" cy="3021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previous</a:t>
            </a:r>
            <a:endParaRPr lang="fr-CH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77C6FE-0CA1-D411-21D1-8DF00708A0C2}"/>
              </a:ext>
            </a:extLst>
          </p:cNvPr>
          <p:cNvSpPr/>
          <p:nvPr/>
        </p:nvSpPr>
        <p:spPr>
          <a:xfrm>
            <a:off x="7702769" y="3088081"/>
            <a:ext cx="1719755" cy="3021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next</a:t>
            </a:r>
            <a:endParaRPr lang="fr-CH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B52B59-3951-1EDD-6B3A-B79140552359}"/>
              </a:ext>
            </a:extLst>
          </p:cNvPr>
          <p:cNvSpPr/>
          <p:nvPr/>
        </p:nvSpPr>
        <p:spPr>
          <a:xfrm>
            <a:off x="1068113" y="2586868"/>
            <a:ext cx="2632841" cy="461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https://www.google.com</a:t>
            </a:r>
            <a:endParaRPr lang="fr-CH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E45DCAC-D9FE-2B22-13F3-541507220B49}"/>
              </a:ext>
            </a:extLst>
          </p:cNvPr>
          <p:cNvSpPr txBox="1"/>
          <p:nvPr/>
        </p:nvSpPr>
        <p:spPr>
          <a:xfrm>
            <a:off x="4669812" y="3737097"/>
            <a:ext cx="1443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current_page</a:t>
            </a:r>
            <a:endParaRPr lang="fr-CH" dirty="0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463FCE2F-A76C-ADC8-B131-32C3647EE422}"/>
              </a:ext>
            </a:extLst>
          </p:cNvPr>
          <p:cNvCxnSpPr>
            <a:cxnSpLocks/>
            <a:stCxn id="13" idx="0"/>
            <a:endCxn id="17" idx="2"/>
          </p:cNvCxnSpPr>
          <p:nvPr/>
        </p:nvCxnSpPr>
        <p:spPr>
          <a:xfrm flipH="1" flipV="1">
            <a:off x="5391804" y="3371531"/>
            <a:ext cx="1" cy="365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BF67781-EB8C-51CF-F375-2943A3D5E9A1}"/>
              </a:ext>
            </a:extLst>
          </p:cNvPr>
          <p:cNvSpPr/>
          <p:nvPr/>
        </p:nvSpPr>
        <p:spPr>
          <a:xfrm>
            <a:off x="4075383" y="2910389"/>
            <a:ext cx="2632841" cy="461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https://www.epfl.ch</a:t>
            </a:r>
            <a:endParaRPr lang="fr-CH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2C4415-D4C0-681F-45CA-2895F3AF2CDA}"/>
              </a:ext>
            </a:extLst>
          </p:cNvPr>
          <p:cNvSpPr/>
          <p:nvPr/>
        </p:nvSpPr>
        <p:spPr>
          <a:xfrm>
            <a:off x="1449116" y="5894347"/>
            <a:ext cx="1719755" cy="3021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previous</a:t>
            </a:r>
            <a:endParaRPr lang="fr-CH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86AB6E-483B-EB12-F377-1DEF6FBA4755}"/>
              </a:ext>
            </a:extLst>
          </p:cNvPr>
          <p:cNvSpPr/>
          <p:nvPr/>
        </p:nvSpPr>
        <p:spPr>
          <a:xfrm>
            <a:off x="7702770" y="5894346"/>
            <a:ext cx="1719755" cy="3021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next</a:t>
            </a:r>
            <a:endParaRPr lang="fr-CH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E3DA88-185A-1E17-36F2-BC0EAF987158}"/>
              </a:ext>
            </a:extLst>
          </p:cNvPr>
          <p:cNvSpPr/>
          <p:nvPr/>
        </p:nvSpPr>
        <p:spPr>
          <a:xfrm>
            <a:off x="1068114" y="5393133"/>
            <a:ext cx="2632841" cy="461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https://www.google.com</a:t>
            </a:r>
            <a:endParaRPr lang="fr-CH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B247D15-B0B6-1E74-9C5D-65EC1E7820E7}"/>
              </a:ext>
            </a:extLst>
          </p:cNvPr>
          <p:cNvSpPr txBox="1"/>
          <p:nvPr/>
        </p:nvSpPr>
        <p:spPr>
          <a:xfrm>
            <a:off x="4669813" y="6543362"/>
            <a:ext cx="1443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current_page</a:t>
            </a:r>
            <a:endParaRPr lang="fr-CH" dirty="0"/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A329A8B7-42DA-9710-C4E8-68BB1B15CC62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5391806" y="6303760"/>
            <a:ext cx="0" cy="239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210DFE5-9089-CB16-7FE0-61B87611F3F2}"/>
              </a:ext>
            </a:extLst>
          </p:cNvPr>
          <p:cNvSpPr/>
          <p:nvPr/>
        </p:nvSpPr>
        <p:spPr>
          <a:xfrm>
            <a:off x="1068113" y="4861374"/>
            <a:ext cx="2632841" cy="461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https://www.epfl.ch</a:t>
            </a:r>
            <a:endParaRPr lang="fr-CH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6D498D-2FA8-F682-B6C2-F40FEB6925F7}"/>
              </a:ext>
            </a:extLst>
          </p:cNvPr>
          <p:cNvSpPr/>
          <p:nvPr/>
        </p:nvSpPr>
        <p:spPr>
          <a:xfrm>
            <a:off x="4075384" y="5746300"/>
            <a:ext cx="2632841" cy="461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https://www.github.com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066488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92C4415-D4C0-681F-45CA-2895F3AF2CDA}"/>
              </a:ext>
            </a:extLst>
          </p:cNvPr>
          <p:cNvSpPr/>
          <p:nvPr/>
        </p:nvSpPr>
        <p:spPr>
          <a:xfrm>
            <a:off x="1244165" y="1870199"/>
            <a:ext cx="1719755" cy="3021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previous</a:t>
            </a:r>
            <a:endParaRPr lang="fr-CH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86AB6E-483B-EB12-F377-1DEF6FBA4755}"/>
              </a:ext>
            </a:extLst>
          </p:cNvPr>
          <p:cNvSpPr/>
          <p:nvPr/>
        </p:nvSpPr>
        <p:spPr>
          <a:xfrm>
            <a:off x="7497819" y="1870198"/>
            <a:ext cx="1719755" cy="3021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next</a:t>
            </a:r>
            <a:endParaRPr lang="fr-CH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E3DA88-185A-1E17-36F2-BC0EAF987158}"/>
              </a:ext>
            </a:extLst>
          </p:cNvPr>
          <p:cNvSpPr/>
          <p:nvPr/>
        </p:nvSpPr>
        <p:spPr>
          <a:xfrm>
            <a:off x="863163" y="1368985"/>
            <a:ext cx="2632841" cy="461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https://www.google.com</a:t>
            </a:r>
            <a:endParaRPr lang="fr-CH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B247D15-B0B6-1E74-9C5D-65EC1E7820E7}"/>
              </a:ext>
            </a:extLst>
          </p:cNvPr>
          <p:cNvSpPr txBox="1"/>
          <p:nvPr/>
        </p:nvSpPr>
        <p:spPr>
          <a:xfrm>
            <a:off x="4464862" y="2519214"/>
            <a:ext cx="1443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current_page</a:t>
            </a:r>
            <a:endParaRPr lang="fr-CH" dirty="0"/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A329A8B7-42DA-9710-C4E8-68BB1B15CC62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5186855" y="2279612"/>
            <a:ext cx="0" cy="239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210DFE5-9089-CB16-7FE0-61B87611F3F2}"/>
              </a:ext>
            </a:extLst>
          </p:cNvPr>
          <p:cNvSpPr/>
          <p:nvPr/>
        </p:nvSpPr>
        <p:spPr>
          <a:xfrm>
            <a:off x="3771900" y="1707700"/>
            <a:ext cx="2632841" cy="461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https://www.epfl.ch</a:t>
            </a:r>
            <a:endParaRPr lang="fr-CH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6D498D-2FA8-F682-B6C2-F40FEB6925F7}"/>
              </a:ext>
            </a:extLst>
          </p:cNvPr>
          <p:cNvSpPr/>
          <p:nvPr/>
        </p:nvSpPr>
        <p:spPr>
          <a:xfrm>
            <a:off x="7011712" y="1331955"/>
            <a:ext cx="2632841" cy="461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https://www.github.com</a:t>
            </a:r>
            <a:endParaRPr lang="fr-CH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08CE8B-50A3-53D0-B224-8C582361B5AB}"/>
              </a:ext>
            </a:extLst>
          </p:cNvPr>
          <p:cNvSpPr/>
          <p:nvPr/>
        </p:nvSpPr>
        <p:spPr>
          <a:xfrm>
            <a:off x="1203438" y="4434723"/>
            <a:ext cx="1719755" cy="3021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previous</a:t>
            </a:r>
            <a:endParaRPr lang="fr-CH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87450B-B8D3-CB00-DEAC-118D298C53FF}"/>
              </a:ext>
            </a:extLst>
          </p:cNvPr>
          <p:cNvSpPr/>
          <p:nvPr/>
        </p:nvSpPr>
        <p:spPr>
          <a:xfrm>
            <a:off x="7457092" y="4434722"/>
            <a:ext cx="1719755" cy="3021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next</a:t>
            </a:r>
            <a:endParaRPr lang="fr-CH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BF5CE7-6F28-4CA3-C3DB-04680EC38756}"/>
              </a:ext>
            </a:extLst>
          </p:cNvPr>
          <p:cNvSpPr/>
          <p:nvPr/>
        </p:nvSpPr>
        <p:spPr>
          <a:xfrm>
            <a:off x="3771899" y="4280120"/>
            <a:ext cx="2632841" cy="461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https://www.google.com</a:t>
            </a:r>
            <a:endParaRPr lang="fr-CH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7727844-A546-5865-30B9-59DAB421C85D}"/>
              </a:ext>
            </a:extLst>
          </p:cNvPr>
          <p:cNvSpPr txBox="1"/>
          <p:nvPr/>
        </p:nvSpPr>
        <p:spPr>
          <a:xfrm>
            <a:off x="4424135" y="5083738"/>
            <a:ext cx="1443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current_page</a:t>
            </a:r>
            <a:endParaRPr lang="fr-CH" dirty="0"/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B45EA9EE-351C-B128-44B3-6830ECFA79DE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5146128" y="4844136"/>
            <a:ext cx="0" cy="239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E73BDD8-E001-6B17-841A-BBBA7E68F69C}"/>
              </a:ext>
            </a:extLst>
          </p:cNvPr>
          <p:cNvSpPr/>
          <p:nvPr/>
        </p:nvSpPr>
        <p:spPr>
          <a:xfrm>
            <a:off x="6970984" y="3396787"/>
            <a:ext cx="2632841" cy="461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https://www.epfl.ch</a:t>
            </a:r>
            <a:endParaRPr lang="fr-CH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F0DF51-B889-3A72-E1F9-F410E4494CA7}"/>
              </a:ext>
            </a:extLst>
          </p:cNvPr>
          <p:cNvSpPr/>
          <p:nvPr/>
        </p:nvSpPr>
        <p:spPr>
          <a:xfrm>
            <a:off x="6970985" y="3896479"/>
            <a:ext cx="2632841" cy="461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https://www.github.com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8402629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Microsoft Office PowerPoint</Application>
  <PresentationFormat>Grand écran</PresentationFormat>
  <Paragraphs>27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Cédric Donner</dc:creator>
  <cp:lastModifiedBy>Cédric Donner</cp:lastModifiedBy>
  <cp:revision>1</cp:revision>
  <dcterms:created xsi:type="dcterms:W3CDTF">2022-11-18T00:08:05Z</dcterms:created>
  <dcterms:modified xsi:type="dcterms:W3CDTF">2022-11-19T16:03:44Z</dcterms:modified>
</cp:coreProperties>
</file>