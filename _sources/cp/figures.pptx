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77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F35CB-FB71-9578-E330-5AA883102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1A2259-3410-4C33-424E-1AD373C7B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D3A690-7B50-9921-A3B2-6C2C91705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3C1F9E-2A35-76CC-7463-868BCF04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1DE9FE-287A-8C86-AF5B-931F1794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0153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E8FD8D-436C-0048-68DA-0FDCFA0E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16D5CF-436C-CA1A-54BE-3BB3AD989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9CE2E0-47DF-B4A9-3A74-D55D7999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60EDB0-1C09-1228-74D6-F616A18D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28F52-5CBC-D63B-050A-91BD84F7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326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8179D7-A8A6-682F-0DD2-B9D501D6C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34C023-4B52-CB77-D757-1442E448E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DFA366-6C97-E8EE-B823-298451F60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E22C01-4EC9-061E-B906-FA689376A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B029B0-94C5-E67D-B033-BFAF0C28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0730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10AE97-0608-9DE9-0F5C-95D2CEC5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334765-3FC2-332F-0E4E-0A076DCED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C9086D-9715-148B-D164-DBB175226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289803-1462-BE9D-1FB2-89D1ED63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4454F9-89FA-C610-D805-D0241FF7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DF17D8-84CC-5B47-4E9B-8346A326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155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2B90E7-2D43-CFFC-4C3E-8145CB5A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96EA73-A814-B24A-A01E-B2FA10C53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5FD291-B90F-1428-D7D7-15B4C6D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0201263-00D2-0604-CAEE-C943BB39A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94EBB3-0DA2-5FF6-A28A-0477EFE6C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A87E086-B4D8-7FB9-70B5-BE809768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46FC3C-0233-0C96-0907-FC19E05E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CC2A691-EC1F-4B81-3C7A-C64A64D6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6230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A7925-C37F-5409-46F3-C026480B4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93FB47-0115-BAEB-DD59-36C27B66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FD2868-9C60-AC4F-229E-74DC0A84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373CC4-E333-C15F-971E-6EB11C85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624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114B256-6FC5-6E4E-576E-DDA0218A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0151E37-B3CA-C587-8529-EC67C850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BB1F52-6175-635D-7D26-05919C8B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4856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EEFAD2-C546-3586-4290-EFCDF0C54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B64A79-C3DE-6716-38F9-D265ACDC6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EFB12B-37FD-B284-3F34-DA61047CE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D71FD0-53D7-257D-EA29-2D1D95D5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54B863-57D0-C140-DDBB-4BFFF62D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B33A5D-62E8-E421-D1A4-F777CE23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6513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D21F07-127D-7AEF-72E6-350528F91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B59559C-A767-8FCB-5334-B772E5C10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4DC28E-2345-A665-8A5D-81F925AFD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92310A-A21B-F56F-91AC-A36D7120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9786DD-8C80-9638-014B-3193A3751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11ECA7-6EB1-EA45-33B8-1B18ABF3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7395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59046C-D6A7-93D1-EF73-6678F911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B736C4-2FD2-4574-C935-0F9DCC4F3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EFF959-311C-5404-1FC7-41E9A069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4635B3-BCB2-16B1-87B4-A77D20C86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6DD34C-3C2B-30AF-CE46-F9B5C68E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3943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CECFF4E-4897-7BE2-864F-ABF3347E7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EDABC6-2164-3057-F912-A818F9706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AA5456-D334-FA94-AE06-0BCC231E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6E8856-1381-591B-4369-FDE42C3C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AB34C9-46B9-6A38-90F6-2CA63140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3019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B267F8D-62EF-5814-E35F-6E88DFD1F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30CB38-5760-9F62-15C1-24B591BB2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3BDD44-BF33-F6F4-A62A-B8203C21F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3A371-2437-46F0-ABF5-9F085763272D}" type="datetimeFigureOut">
              <a:rPr lang="fr-CH" smtClean="0"/>
              <a:t>17.04.2026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350237-F9FF-8C7E-167F-96E954140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B62656-B0C3-CC8E-0F5D-F48649323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EBA00-861A-4F6D-B4FA-F3D628D2C54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1767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409CD1-84ED-EDB9-0A6A-E865EB5C2A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Programmation par contraintes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A258DD-96A5-51A1-76EA-B2FC5DED24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534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25646AA-1E60-900C-E95D-B89BBEA9E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130" y="1662507"/>
            <a:ext cx="2887242" cy="288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693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510E0D-BB04-6685-1858-9EC7FCD36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001" y="150793"/>
            <a:ext cx="6245476" cy="425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0C58316-54E2-E560-2321-CF0334076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360" y="5093017"/>
            <a:ext cx="6882066" cy="12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BB5085E-86D6-E4F3-AD85-112DDC4AAE55}"/>
              </a:ext>
            </a:extLst>
          </p:cNvPr>
          <p:cNvSpPr txBox="1"/>
          <p:nvPr/>
        </p:nvSpPr>
        <p:spPr>
          <a:xfrm>
            <a:off x="2889895" y="5227239"/>
            <a:ext cx="25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Graphe orienté de </a:t>
            </a:r>
            <a:r>
              <a:rPr lang="fr-CH" dirty="0" err="1"/>
              <a:t>Régin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5719958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</Words>
  <Application>Microsoft Office PowerPoint</Application>
  <PresentationFormat>Grand écran</PresentationFormat>
  <Paragraphs>2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Programmation par contraintes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Donner Cédric</dc:creator>
  <cp:lastModifiedBy>Donner Cédric</cp:lastModifiedBy>
  <cp:revision>2</cp:revision>
  <dcterms:created xsi:type="dcterms:W3CDTF">2026-04-17T21:32:48Z</dcterms:created>
  <dcterms:modified xsi:type="dcterms:W3CDTF">2026-04-17T22:14:12Z</dcterms:modified>
</cp:coreProperties>
</file>